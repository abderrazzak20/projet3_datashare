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59" r:id="rId5"/>
    <p:sldId id="272" r:id="rId6"/>
    <p:sldId id="273" r:id="rId7"/>
    <p:sldId id="274" r:id="rId8"/>
    <p:sldId id="262" r:id="rId9"/>
    <p:sldId id="275" r:id="rId10"/>
    <p:sldId id="261" r:id="rId11"/>
    <p:sldId id="276" r:id="rId12"/>
    <p:sldId id="263" r:id="rId13"/>
    <p:sldId id="264" r:id="rId14"/>
    <p:sldId id="265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swagger-ui/index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43069"/>
            <a:ext cx="7772400" cy="1470025"/>
          </a:xfrm>
        </p:spPr>
        <p:txBody>
          <a:bodyPr/>
          <a:lstStyle/>
          <a:p>
            <a:r>
              <a:rPr lang="fr-FR" dirty="0" err="1"/>
              <a:t>DataShare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9562" y="2616959"/>
            <a:ext cx="8315864" cy="1752600"/>
          </a:xfrm>
        </p:spPr>
        <p:txBody>
          <a:bodyPr/>
          <a:lstStyle/>
          <a:p>
            <a:pPr marL="342900" lvl="0" indent="-342900" algn="l">
              <a:buFont typeface="Arial"/>
              <a:buChar char="•"/>
            </a:pPr>
            <a:r>
              <a:rPr lang="fr-FR" dirty="0">
                <a:solidFill>
                  <a:prstClr val="black"/>
                </a:solidFill>
              </a:rPr>
              <a:t>Plateforme de partage de fichiers sécurisée</a:t>
            </a:r>
          </a:p>
          <a:p>
            <a:pPr marL="342900" lvl="0" indent="-342900" algn="l">
              <a:buFont typeface="Arial"/>
              <a:buChar char="•"/>
            </a:pPr>
            <a:r>
              <a:rPr lang="fr-FR" dirty="0">
                <a:solidFill>
                  <a:prstClr val="black"/>
                </a:solidFill>
              </a:rPr>
              <a:t>Présentation </a:t>
            </a:r>
            <a:r>
              <a:rPr lang="fr-FR" dirty="0" smtClean="0">
                <a:solidFill>
                  <a:prstClr val="black"/>
                </a:solidFill>
              </a:rPr>
              <a:t>prototype</a:t>
            </a:r>
            <a:endParaRPr lang="fr-FR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fonctionnel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28008" cy="4525963"/>
          </a:xfrm>
        </p:spPr>
        <p:txBody>
          <a:bodyPr/>
          <a:lstStyle/>
          <a:p>
            <a:r>
              <a:rPr lang="fr-FR" dirty="0"/>
              <a:t>Besoin : partager des fichiers rapidement et en sécurité</a:t>
            </a:r>
          </a:p>
          <a:p>
            <a:r>
              <a:rPr lang="fr-FR" dirty="0"/>
              <a:t>Problème </a:t>
            </a:r>
            <a:r>
              <a:rPr lang="fr-FR" dirty="0" smtClean="0"/>
              <a:t>: Obligation de être inscrit pour pouvoir télécharger les fichiers</a:t>
            </a:r>
          </a:p>
          <a:p>
            <a:r>
              <a:rPr lang="fr-FR" dirty="0" smtClean="0"/>
              <a:t>Solution </a:t>
            </a:r>
            <a:r>
              <a:rPr lang="fr-FR" dirty="0"/>
              <a:t>: lien temporaire sécurisé sans compte pour le destinataire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Upload simple</a:t>
            </a:r>
          </a:p>
          <a:p>
            <a:r>
              <a:rPr dirty="0"/>
              <a:t>Lien de </a:t>
            </a:r>
            <a:r>
              <a:rPr dirty="0" err="1"/>
              <a:t>téléchargement</a:t>
            </a:r>
            <a:r>
              <a:rPr dirty="0"/>
              <a:t> unique</a:t>
            </a:r>
          </a:p>
          <a:p>
            <a:r>
              <a:rPr dirty="0" err="1"/>
              <a:t>Sécurité</a:t>
            </a:r>
            <a:r>
              <a:rPr dirty="0"/>
              <a:t> des </a:t>
            </a:r>
            <a:r>
              <a:rPr dirty="0" err="1"/>
              <a:t>accès</a:t>
            </a:r>
            <a:endParaRPr dirty="0"/>
          </a:p>
          <a:p>
            <a:r>
              <a:rPr dirty="0"/>
              <a:t>Expiration </a:t>
            </a:r>
            <a:r>
              <a:rPr dirty="0" err="1"/>
              <a:t>automatique</a:t>
            </a:r>
            <a:endParaRPr dirty="0"/>
          </a:p>
          <a:p>
            <a:r>
              <a:rPr dirty="0" err="1"/>
              <a:t>Expérience</a:t>
            </a:r>
            <a:r>
              <a:rPr dirty="0"/>
              <a:t> </a:t>
            </a:r>
            <a:r>
              <a:rPr dirty="0" err="1"/>
              <a:t>utilisateur</a:t>
            </a:r>
            <a:r>
              <a:rPr dirty="0"/>
              <a:t> </a:t>
            </a:r>
            <a:r>
              <a:rPr dirty="0" err="1"/>
              <a:t>fluide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5051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84" y="2032592"/>
            <a:ext cx="8743432" cy="36175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technologiques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 : Angular (structure + </a:t>
            </a:r>
            <a:r>
              <a:rPr dirty="0" err="1"/>
              <a:t>TypeScript</a:t>
            </a:r>
            <a:r>
              <a:rPr dirty="0"/>
              <a:t>)</a:t>
            </a:r>
          </a:p>
          <a:p>
            <a:r>
              <a:rPr dirty="0"/>
              <a:t>Backend : Spring Boot (API REST </a:t>
            </a:r>
            <a:r>
              <a:rPr dirty="0" err="1"/>
              <a:t>sécurisée</a:t>
            </a:r>
            <a:r>
              <a:rPr dirty="0"/>
              <a:t>)</a:t>
            </a:r>
          </a:p>
          <a:p>
            <a:r>
              <a:rPr dirty="0"/>
              <a:t>Base de </a:t>
            </a:r>
            <a:r>
              <a:rPr dirty="0" err="1"/>
              <a:t>données</a:t>
            </a:r>
            <a:r>
              <a:rPr dirty="0"/>
              <a:t> : PostgreSQL (</a:t>
            </a:r>
            <a:r>
              <a:rPr dirty="0" err="1"/>
              <a:t>fiabilité</a:t>
            </a:r>
            <a:r>
              <a:rPr dirty="0"/>
              <a:t>)</a:t>
            </a:r>
          </a:p>
          <a:p>
            <a:r>
              <a:rPr dirty="0" err="1"/>
              <a:t>Authentification</a:t>
            </a:r>
            <a:r>
              <a:rPr dirty="0"/>
              <a:t> : JWT (stateless)</a:t>
            </a:r>
          </a:p>
          <a:p>
            <a:r>
              <a:rPr dirty="0"/>
              <a:t>Tests : JUnit, </a:t>
            </a:r>
            <a:r>
              <a:rPr dirty="0" err="1"/>
              <a:t>Mockito</a:t>
            </a:r>
            <a:r>
              <a:rPr dirty="0"/>
              <a:t>, Jasmine</a:t>
            </a:r>
          </a:p>
        </p:txBody>
      </p:sp>
    </p:spTree>
    <p:extLst>
      <p:ext uri="{BB962C8B-B14F-4D97-AF65-F5344CB8AC3E}">
        <p14:creationId xmlns:p14="http://schemas.microsoft.com/office/powerpoint/2010/main" val="427845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Justification des choix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275" y="1600200"/>
            <a:ext cx="8798943" cy="4525963"/>
          </a:xfrm>
        </p:spPr>
        <p:txBody>
          <a:bodyPr/>
          <a:lstStyle/>
          <a:p>
            <a:r>
              <a:rPr dirty="0"/>
              <a:t>Angular : architecture </a:t>
            </a:r>
            <a:r>
              <a:rPr dirty="0" err="1"/>
              <a:t>claire</a:t>
            </a:r>
            <a:r>
              <a:rPr dirty="0"/>
              <a:t> et </a:t>
            </a:r>
            <a:r>
              <a:rPr dirty="0" err="1"/>
              <a:t>maintenable</a:t>
            </a:r>
            <a:endParaRPr dirty="0"/>
          </a:p>
          <a:p>
            <a:r>
              <a:rPr dirty="0"/>
              <a:t>Spring Boot : </a:t>
            </a:r>
            <a:r>
              <a:rPr dirty="0" err="1"/>
              <a:t>sécurité</a:t>
            </a:r>
            <a:r>
              <a:rPr dirty="0"/>
              <a:t> </a:t>
            </a:r>
            <a:r>
              <a:rPr dirty="0" err="1"/>
              <a:t>intégrée</a:t>
            </a:r>
            <a:r>
              <a:rPr dirty="0"/>
              <a:t> </a:t>
            </a:r>
            <a:r>
              <a:rPr lang="fr-FR" dirty="0" smtClean="0"/>
              <a:t>+</a:t>
            </a:r>
            <a:r>
              <a:rPr lang="fr-FR" dirty="0"/>
              <a:t> architecture </a:t>
            </a:r>
            <a:r>
              <a:rPr lang="fr-FR" dirty="0" smtClean="0"/>
              <a:t>claire</a:t>
            </a:r>
            <a:endParaRPr dirty="0"/>
          </a:p>
          <a:p>
            <a:r>
              <a:rPr dirty="0"/>
              <a:t>PostgreSQL : </a:t>
            </a:r>
            <a:r>
              <a:rPr dirty="0" err="1"/>
              <a:t>cohérence</a:t>
            </a:r>
            <a:r>
              <a:rPr dirty="0"/>
              <a:t> des </a:t>
            </a:r>
            <a:r>
              <a:rPr dirty="0" err="1"/>
              <a:t>données</a:t>
            </a:r>
            <a:endParaRPr dirty="0"/>
          </a:p>
          <a:p>
            <a:r>
              <a:rPr dirty="0"/>
              <a:t>JWT : scalable et </a:t>
            </a:r>
            <a:r>
              <a:rPr dirty="0" err="1"/>
              <a:t>adapté</a:t>
            </a:r>
            <a:r>
              <a:rPr dirty="0"/>
              <a:t> aux </a:t>
            </a:r>
            <a:r>
              <a:rPr dirty="0" smtClean="0"/>
              <a:t>APIs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7366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0159"/>
            <a:ext cx="8229600" cy="1143000"/>
          </a:xfrm>
        </p:spPr>
        <p:txBody>
          <a:bodyPr/>
          <a:lstStyle/>
          <a:p>
            <a:r>
              <a:rPr lang="fr-FR" dirty="0"/>
              <a:t>Outils utilisés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163159"/>
            <a:ext cx="8229600" cy="5530939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PgAdmin</a:t>
            </a:r>
            <a:r>
              <a:rPr lang="fr-FR" dirty="0" smtClean="0"/>
              <a:t>: </a:t>
            </a:r>
            <a:r>
              <a:rPr lang="fr-FR" dirty="0"/>
              <a:t>P</a:t>
            </a:r>
            <a:r>
              <a:rPr lang="fr-FR" dirty="0" smtClean="0"/>
              <a:t>ermet de visualiser </a:t>
            </a:r>
            <a:r>
              <a:rPr lang="fr-FR" dirty="0"/>
              <a:t>les tables et </a:t>
            </a:r>
            <a:r>
              <a:rPr lang="fr-FR" dirty="0" smtClean="0"/>
              <a:t>relations </a:t>
            </a:r>
          </a:p>
          <a:p>
            <a:r>
              <a:rPr lang="fr-FR" dirty="0" smtClean="0"/>
              <a:t>Git </a:t>
            </a:r>
            <a:r>
              <a:rPr lang="fr-FR" dirty="0"/>
              <a:t>et </a:t>
            </a:r>
            <a:r>
              <a:rPr lang="fr-FR" dirty="0" err="1" smtClean="0"/>
              <a:t>Github</a:t>
            </a:r>
            <a:r>
              <a:rPr lang="fr-FR" dirty="0" smtClean="0"/>
              <a:t>: Gestion </a:t>
            </a:r>
            <a:r>
              <a:rPr lang="fr-FR" dirty="0"/>
              <a:t>des </a:t>
            </a:r>
            <a:r>
              <a:rPr lang="fr-FR" dirty="0" err="1" smtClean="0"/>
              <a:t>versioning</a:t>
            </a:r>
            <a:endParaRPr lang="fr-FR" dirty="0" smtClean="0"/>
          </a:p>
          <a:p>
            <a:r>
              <a:rPr lang="fr-FR" dirty="0" smtClean="0"/>
              <a:t>K6:Permet </a:t>
            </a:r>
            <a:r>
              <a:rPr lang="fr-FR" dirty="0"/>
              <a:t>de simuler </a:t>
            </a:r>
            <a:r>
              <a:rPr lang="fr-FR" dirty="0" smtClean="0"/>
              <a:t>plusieurs utilisateur en même temps</a:t>
            </a:r>
          </a:p>
          <a:p>
            <a:r>
              <a:rPr lang="fr-FR" dirty="0" err="1" smtClean="0"/>
              <a:t>Lighthouse:Permet</a:t>
            </a:r>
            <a:r>
              <a:rPr lang="fr-FR" dirty="0" smtClean="0"/>
              <a:t> de analyser </a:t>
            </a:r>
            <a:r>
              <a:rPr lang="fr-FR" dirty="0"/>
              <a:t>les performances du </a:t>
            </a:r>
            <a:r>
              <a:rPr lang="fr-FR" dirty="0" err="1"/>
              <a:t>frontend</a:t>
            </a:r>
            <a:endParaRPr lang="fr-FR" dirty="0" smtClean="0"/>
          </a:p>
          <a:p>
            <a:r>
              <a:rPr lang="fr-FR" dirty="0" err="1" smtClean="0"/>
              <a:t>Swagger:Permet</a:t>
            </a:r>
            <a:r>
              <a:rPr lang="fr-FR" dirty="0" smtClean="0"/>
              <a:t> </a:t>
            </a:r>
            <a:r>
              <a:rPr lang="fr-FR" dirty="0"/>
              <a:t>de générer automatiquement la documentation des </a:t>
            </a:r>
            <a:r>
              <a:rPr lang="fr-FR" dirty="0" err="1"/>
              <a:t>endpoints</a:t>
            </a:r>
            <a:r>
              <a:rPr lang="fr-FR" dirty="0"/>
              <a:t> REST</a:t>
            </a:r>
            <a:endParaRPr lang="fr-FR" dirty="0" smtClean="0"/>
          </a:p>
          <a:p>
            <a:r>
              <a:rPr lang="fr-FR" dirty="0" smtClean="0"/>
              <a:t>Draw.io:Permet</a:t>
            </a:r>
            <a:r>
              <a:rPr lang="fr-FR" dirty="0"/>
              <a:t> </a:t>
            </a:r>
            <a:r>
              <a:rPr lang="fr-FR" dirty="0" smtClean="0"/>
              <a:t>de créer </a:t>
            </a:r>
            <a:r>
              <a:rPr lang="fr-FR" dirty="0"/>
              <a:t>les diagrammes de l’architecture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947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 de données</a:t>
            </a:r>
          </a:p>
        </p:txBody>
      </p:sp>
      <p:pic>
        <p:nvPicPr>
          <p:cNvPr id="4" name="Immagin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493202"/>
            <a:ext cx="8686799" cy="4962189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Utilisateur → Frontend</a:t>
            </a:r>
          </a:p>
          <a:p>
            <a:r>
              <a:t>Frontend → API (requêtes HTTP)</a:t>
            </a:r>
          </a:p>
          <a:p>
            <a:r>
              <a:t>API → Backend (traitement)</a:t>
            </a:r>
          </a:p>
          <a:p>
            <a:r>
              <a:t>Backend → DB (stockage)</a:t>
            </a:r>
          </a:p>
          <a:p>
            <a:r>
              <a:t>Réponse → Frontend → Utilisateur</a:t>
            </a:r>
          </a:p>
        </p:txBody>
      </p:sp>
    </p:spTree>
    <p:extLst>
      <p:ext uri="{BB962C8B-B14F-4D97-AF65-F5344CB8AC3E}">
        <p14:creationId xmlns:p14="http://schemas.microsoft.com/office/powerpoint/2010/main" val="489246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Sécurité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Mesures </a:t>
            </a:r>
            <a:r>
              <a:rPr lang="fr-FR" dirty="0" smtClean="0">
                <a:solidFill>
                  <a:srgbClr val="FF0000"/>
                </a:solidFill>
              </a:rPr>
              <a:t>implémentées:</a:t>
            </a:r>
            <a:endParaRPr lang="fr-F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sz="2800" dirty="0"/>
              <a:t>• Authentification sécurisée via JWT + </a:t>
            </a:r>
            <a:r>
              <a:rPr lang="fr-FR" sz="2800" dirty="0" err="1"/>
              <a:t>Spring</a:t>
            </a:r>
            <a:r>
              <a:rPr lang="fr-FR" sz="2800" dirty="0"/>
              <a:t> </a:t>
            </a:r>
            <a:r>
              <a:rPr lang="fr-FR" sz="2800" dirty="0" smtClean="0"/>
              <a:t>Security</a:t>
            </a:r>
          </a:p>
          <a:p>
            <a:pPr marL="0" indent="0">
              <a:buNone/>
            </a:pPr>
            <a:r>
              <a:rPr lang="fr-FR" sz="2800" dirty="0"/>
              <a:t>• Mots de passe hachés avec </a:t>
            </a:r>
            <a:r>
              <a:rPr lang="fr-FR" sz="2800" dirty="0" err="1" smtClean="0"/>
              <a:t>Bcrypt</a:t>
            </a:r>
            <a:endParaRPr lang="fr-FR" sz="2800" dirty="0" smtClean="0"/>
          </a:p>
          <a:p>
            <a:pPr marL="0" indent="0">
              <a:buNone/>
            </a:pPr>
            <a:r>
              <a:rPr lang="fr-FR" sz="2800" dirty="0" smtClean="0"/>
              <a:t>• Block des fichier avec extensions (.</a:t>
            </a:r>
            <a:r>
              <a:rPr lang="fr-FR" sz="2800" dirty="0" err="1" smtClean="0"/>
              <a:t>exe</a:t>
            </a:r>
            <a:r>
              <a:rPr lang="fr-FR" sz="2800" dirty="0" smtClean="0"/>
              <a:t>, .bat, .cmd)</a:t>
            </a:r>
          </a:p>
          <a:p>
            <a:pPr marL="0" indent="0">
              <a:buNone/>
            </a:pPr>
            <a:r>
              <a:rPr lang="fr-FR" sz="2800" dirty="0"/>
              <a:t>• Configuration CORS sécurisée pour limiter les accès </a:t>
            </a:r>
            <a:r>
              <a:rPr lang="fr-FR" sz="2800" dirty="0" smtClean="0"/>
              <a:t>externes</a:t>
            </a:r>
          </a:p>
          <a:p>
            <a:pPr marL="0" indent="0">
              <a:buNone/>
            </a:pPr>
            <a:r>
              <a:rPr lang="fr-FR" sz="2800" dirty="0"/>
              <a:t>•Protection des routes côté </a:t>
            </a:r>
            <a:r>
              <a:rPr lang="fr-FR" sz="2800" dirty="0" err="1"/>
              <a:t>frontend</a:t>
            </a:r>
            <a:r>
              <a:rPr lang="fr-FR" sz="2800" dirty="0"/>
              <a:t> avec </a:t>
            </a:r>
            <a:r>
              <a:rPr lang="fr-FR" sz="2800" dirty="0" err="1" smtClean="0"/>
              <a:t>AuthGuard</a:t>
            </a:r>
            <a:endParaRPr lang="fr-FR" sz="2800" dirty="0" smtClean="0"/>
          </a:p>
          <a:p>
            <a:pPr marL="0" indent="0">
              <a:buNone/>
            </a:pPr>
            <a:r>
              <a:rPr lang="fr-FR" sz="2800" dirty="0"/>
              <a:t>• Utilisation de </a:t>
            </a:r>
            <a:r>
              <a:rPr lang="fr-FR" sz="2800" dirty="0" err="1"/>
              <a:t>tokens</a:t>
            </a:r>
            <a:r>
              <a:rPr lang="fr-FR" sz="2800" dirty="0"/>
              <a:t> JWT avec expiration pour limiter les risques de session compromise</a:t>
            </a:r>
            <a:endParaRPr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Démonstration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Inscription nouveau </a:t>
            </a:r>
            <a:r>
              <a:rPr lang="fr-FR" dirty="0"/>
              <a:t>utilisateur</a:t>
            </a:r>
            <a:endParaRPr lang="fr-FR" dirty="0" smtClean="0"/>
          </a:p>
          <a:p>
            <a:r>
              <a:rPr dirty="0" smtClean="0"/>
              <a:t>Login </a:t>
            </a:r>
            <a:r>
              <a:rPr dirty="0" err="1"/>
              <a:t>utilisateur</a:t>
            </a:r>
            <a:endParaRPr dirty="0"/>
          </a:p>
          <a:p>
            <a:r>
              <a:rPr dirty="0"/>
              <a:t>Upload </a:t>
            </a:r>
            <a:r>
              <a:rPr dirty="0" err="1"/>
              <a:t>fichier</a:t>
            </a:r>
            <a:endParaRPr dirty="0"/>
          </a:p>
          <a:p>
            <a:r>
              <a:rPr dirty="0" err="1"/>
              <a:t>Génération</a:t>
            </a:r>
            <a:r>
              <a:rPr dirty="0"/>
              <a:t> lien</a:t>
            </a:r>
          </a:p>
          <a:p>
            <a:r>
              <a:rPr dirty="0" err="1"/>
              <a:t>Téléchargement</a:t>
            </a:r>
            <a:endParaRPr dirty="0"/>
          </a:p>
          <a:p>
            <a:r>
              <a:rPr dirty="0" err="1"/>
              <a:t>Erreur</a:t>
            </a:r>
            <a:r>
              <a:rPr dirty="0"/>
              <a:t> : </a:t>
            </a:r>
            <a:endParaRPr lang="fr-FR" dirty="0" smtClean="0"/>
          </a:p>
          <a:p>
            <a:pPr lvl="1"/>
            <a:r>
              <a:rPr dirty="0" err="1" smtClean="0"/>
              <a:t>mauvais</a:t>
            </a:r>
            <a:r>
              <a:rPr dirty="0" smtClean="0"/>
              <a:t> </a:t>
            </a:r>
            <a:r>
              <a:rPr dirty="0"/>
              <a:t>login </a:t>
            </a:r>
            <a:endParaRPr lang="fr-FR" dirty="0" smtClean="0"/>
          </a:p>
          <a:p>
            <a:pPr lvl="1"/>
            <a:r>
              <a:rPr lang="fr-FR" dirty="0" smtClean="0"/>
              <a:t>Mauvais Inscription</a:t>
            </a:r>
          </a:p>
          <a:p>
            <a:pPr lvl="1"/>
            <a:r>
              <a:rPr lang="fr-FR" dirty="0" smtClean="0"/>
              <a:t>Mauvais fichier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873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Documentation API (</a:t>
            </a:r>
            <a:r>
              <a:rPr lang="fr-FR" b="1" dirty="0" err="1"/>
              <a:t>Swagger</a:t>
            </a:r>
            <a:r>
              <a:rPr lang="fr-FR" b="1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/>
              <a:t>Accessible </a:t>
            </a:r>
            <a:r>
              <a:rPr lang="fr-FR" sz="2400" dirty="0"/>
              <a:t>: </a:t>
            </a:r>
            <a:r>
              <a:rPr lang="fr-FR" sz="2400" dirty="0">
                <a:hlinkClick r:id="rId2"/>
              </a:rPr>
              <a:t>http://</a:t>
            </a:r>
            <a:r>
              <a:rPr lang="fr-FR" sz="2400" dirty="0" smtClean="0">
                <a:hlinkClick r:id="rId2"/>
              </a:rPr>
              <a:t>localhost:8080/swagger-ui/index.html</a:t>
            </a:r>
            <a:endParaRPr lang="fr-FR" sz="2400" dirty="0" smtClean="0"/>
          </a:p>
          <a:p>
            <a:pPr marL="0" indent="0">
              <a:buNone/>
            </a:pPr>
            <a:r>
              <a:rPr lang="fr-FR" sz="2400" b="1" dirty="0" smtClean="0"/>
              <a:t>Authentification</a:t>
            </a:r>
            <a:endParaRPr lang="fr-FR" sz="2400" dirty="0"/>
          </a:p>
          <a:p>
            <a:r>
              <a:rPr lang="fr-FR" sz="2400" dirty="0" smtClean="0"/>
              <a:t>POST </a:t>
            </a:r>
            <a:r>
              <a:rPr lang="fr-FR" sz="2400" dirty="0"/>
              <a:t>/api/</a:t>
            </a:r>
            <a:r>
              <a:rPr lang="fr-FR" sz="2400" dirty="0" err="1"/>
              <a:t>register</a:t>
            </a:r>
            <a:endParaRPr lang="fr-FR" sz="2400" dirty="0"/>
          </a:p>
          <a:p>
            <a:r>
              <a:rPr lang="fr-FR" sz="2400" dirty="0" smtClean="0"/>
              <a:t>POST </a:t>
            </a:r>
            <a:r>
              <a:rPr lang="fr-FR" sz="2400" dirty="0"/>
              <a:t>/api/login</a:t>
            </a:r>
          </a:p>
          <a:p>
            <a:pPr marL="0" indent="0">
              <a:buNone/>
            </a:pPr>
            <a:r>
              <a:rPr lang="fr-FR" sz="2400" b="1" dirty="0"/>
              <a:t>Gestion des fichiers</a:t>
            </a:r>
            <a:endParaRPr lang="fr-FR" sz="2400" dirty="0"/>
          </a:p>
          <a:p>
            <a:r>
              <a:rPr lang="fr-FR" sz="2400" dirty="0"/>
              <a:t>POST /api/files/</a:t>
            </a:r>
            <a:r>
              <a:rPr lang="fr-FR" sz="2400" dirty="0" err="1"/>
              <a:t>upload</a:t>
            </a:r>
            <a:endParaRPr lang="fr-FR" sz="2400" dirty="0"/>
          </a:p>
          <a:p>
            <a:r>
              <a:rPr lang="fr-FR" sz="2400" dirty="0" smtClean="0"/>
              <a:t>GET </a:t>
            </a:r>
            <a:r>
              <a:rPr lang="fr-FR" sz="2400" dirty="0"/>
              <a:t>/api/files/</a:t>
            </a:r>
            <a:r>
              <a:rPr lang="fr-FR" sz="2400" dirty="0" err="1"/>
              <a:t>download</a:t>
            </a:r>
            <a:r>
              <a:rPr lang="fr-FR" sz="2400" dirty="0"/>
              <a:t>/{</a:t>
            </a:r>
            <a:r>
              <a:rPr lang="fr-FR" sz="2400" dirty="0" err="1" smtClean="0"/>
              <a:t>token</a:t>
            </a:r>
            <a:r>
              <a:rPr lang="fr-FR" sz="2400" dirty="0" smtClean="0"/>
              <a:t>}</a:t>
            </a:r>
            <a:endParaRPr lang="fr-FR" sz="2400" dirty="0"/>
          </a:p>
          <a:p>
            <a:r>
              <a:rPr lang="fr-FR" sz="2400" dirty="0" smtClean="0"/>
              <a:t>GET </a:t>
            </a:r>
            <a:r>
              <a:rPr lang="fr-FR" sz="2400" dirty="0"/>
              <a:t>/api/files/</a:t>
            </a:r>
            <a:r>
              <a:rPr lang="fr-FR" sz="2400" dirty="0" err="1"/>
              <a:t>my</a:t>
            </a:r>
            <a:r>
              <a:rPr lang="fr-FR" sz="2400" dirty="0"/>
              <a:t>-files</a:t>
            </a:r>
          </a:p>
          <a:p>
            <a:r>
              <a:rPr lang="fr-FR" sz="2400" dirty="0" smtClean="0"/>
              <a:t>DELETE </a:t>
            </a:r>
            <a:r>
              <a:rPr lang="fr-FR" sz="2400" dirty="0"/>
              <a:t>/api/files/{id}</a:t>
            </a:r>
          </a:p>
          <a:p>
            <a:r>
              <a:rPr lang="fr-FR" sz="2400" dirty="0" smtClean="0"/>
              <a:t>GET </a:t>
            </a:r>
            <a:r>
              <a:rPr lang="fr-FR" sz="2400" dirty="0"/>
              <a:t>/api/files/info/{</a:t>
            </a:r>
            <a:r>
              <a:rPr lang="fr-FR" sz="2400" dirty="0" err="1"/>
              <a:t>token</a:t>
            </a:r>
            <a:r>
              <a:rPr lang="fr-FR" sz="2400" dirty="0"/>
              <a:t>}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991"/>
            <a:ext cx="8229600" cy="1143000"/>
          </a:xfrm>
        </p:spPr>
        <p:txBody>
          <a:bodyPr/>
          <a:lstStyle/>
          <a:p>
            <a:r>
              <a:t>Qualité &amp;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01504"/>
            <a:ext cx="8229600" cy="4324659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Réalisation 3 type de tests:</a:t>
            </a:r>
          </a:p>
          <a:p>
            <a:r>
              <a:rPr lang="fr-FR" sz="2800" dirty="0" smtClean="0"/>
              <a:t>Test unitaire </a:t>
            </a:r>
            <a:r>
              <a:rPr lang="fr-FR" sz="2800" dirty="0"/>
              <a:t>vérification des composants </a:t>
            </a:r>
            <a:endParaRPr lang="fr-FR" sz="2800" dirty="0" smtClean="0"/>
          </a:p>
          <a:p>
            <a:r>
              <a:rPr lang="fr-FR" sz="2800" dirty="0" smtClean="0"/>
              <a:t>Test </a:t>
            </a:r>
            <a:r>
              <a:rPr lang="fr-FR" sz="2800" dirty="0" err="1" smtClean="0"/>
              <a:t>integration</a:t>
            </a:r>
            <a:r>
              <a:rPr lang="fr-FR" sz="2800" dirty="0" smtClean="0"/>
              <a:t> </a:t>
            </a:r>
            <a:r>
              <a:rPr lang="fr-FR" sz="2800" dirty="0"/>
              <a:t>validation des </a:t>
            </a:r>
            <a:r>
              <a:rPr lang="fr-FR" sz="2800" dirty="0" err="1"/>
              <a:t>endpoints</a:t>
            </a:r>
            <a:r>
              <a:rPr lang="fr-FR" sz="2800" dirty="0"/>
              <a:t> REST </a:t>
            </a:r>
            <a:endParaRPr sz="2800" dirty="0"/>
          </a:p>
          <a:p>
            <a:r>
              <a:rPr lang="fr-FR" sz="2800" dirty="0" smtClean="0"/>
              <a:t>Test E3E pour simulé le </a:t>
            </a:r>
            <a:r>
              <a:rPr lang="fr-FR" sz="2800" dirty="0"/>
              <a:t>parcours utilisateur </a:t>
            </a:r>
            <a:r>
              <a:rPr lang="fr-FR" sz="2800" dirty="0" err="1" smtClean="0"/>
              <a:t>complete</a:t>
            </a:r>
            <a:endParaRPr lang="fr-FR" sz="2800" dirty="0" smtClean="0"/>
          </a:p>
          <a:p>
            <a:r>
              <a:rPr lang="fr-FR" sz="2800" dirty="0" smtClean="0"/>
              <a:t>Couverture globale </a:t>
            </a:r>
            <a:r>
              <a:rPr sz="2800" dirty="0" smtClean="0"/>
              <a:t>backend </a:t>
            </a:r>
            <a:r>
              <a:rPr sz="2800" dirty="0"/>
              <a:t>&amp; </a:t>
            </a:r>
            <a:r>
              <a:rPr sz="2800" dirty="0" smtClean="0"/>
              <a:t>frontend</a:t>
            </a:r>
            <a:r>
              <a:rPr lang="fr-FR" sz="2800" dirty="0"/>
              <a:t>:</a:t>
            </a:r>
            <a:endParaRPr lang="fr-FR" sz="3600" dirty="0" smtClean="0"/>
          </a:p>
          <a:p>
            <a:pPr lvl="1"/>
            <a:r>
              <a:rPr lang="fr-FR" sz="2400" dirty="0" err="1" smtClean="0"/>
              <a:t>Frontend</a:t>
            </a:r>
            <a:r>
              <a:rPr lang="fr-FR" sz="2400" dirty="0" smtClean="0"/>
              <a:t> : 75%</a:t>
            </a:r>
          </a:p>
          <a:p>
            <a:pPr lvl="1"/>
            <a:r>
              <a:rPr lang="fr-FR" sz="2400" dirty="0" err="1" smtClean="0"/>
              <a:t>Backend</a:t>
            </a:r>
            <a:r>
              <a:rPr lang="fr-FR" sz="2400" dirty="0" smtClean="0"/>
              <a:t> </a:t>
            </a:r>
            <a:r>
              <a:rPr lang="fr-FR" sz="2400" dirty="0"/>
              <a:t>: </a:t>
            </a:r>
            <a:r>
              <a:rPr lang="fr-FR" sz="2400" dirty="0" smtClean="0"/>
              <a:t> 85%</a:t>
            </a:r>
            <a:endParaRPr lang="fr-FR" sz="2000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Outils de </a:t>
            </a:r>
            <a:r>
              <a:rPr lang="fr-FR" sz="2800" dirty="0" smtClean="0"/>
              <a:t>performance:</a:t>
            </a:r>
          </a:p>
          <a:p>
            <a:r>
              <a:rPr lang="fr-FR" sz="2400" b="1" dirty="0"/>
              <a:t>k6 pour le </a:t>
            </a:r>
            <a:r>
              <a:rPr lang="fr-FR" sz="2400" b="1" dirty="0" err="1"/>
              <a:t>backend</a:t>
            </a:r>
            <a:endParaRPr lang="fr-FR" sz="2400" dirty="0"/>
          </a:p>
          <a:p>
            <a:pPr lvl="1"/>
            <a:r>
              <a:rPr lang="fr-FR" sz="2400" dirty="0"/>
              <a:t>Simulation de charge sur les </a:t>
            </a:r>
            <a:r>
              <a:rPr lang="fr-FR" sz="2400" dirty="0" err="1"/>
              <a:t>endpoints</a:t>
            </a:r>
            <a:r>
              <a:rPr lang="fr-FR" sz="2400" dirty="0"/>
              <a:t> principaux</a:t>
            </a:r>
          </a:p>
          <a:p>
            <a:pPr lvl="1"/>
            <a:r>
              <a:rPr lang="fr-FR" sz="2400" dirty="0"/>
              <a:t>Tests réalisés avec 30 à 50 utilisateurs </a:t>
            </a:r>
            <a:r>
              <a:rPr lang="fr-FR" sz="2400" dirty="0" smtClean="0"/>
              <a:t>simultanés</a:t>
            </a:r>
          </a:p>
          <a:p>
            <a:pPr marL="457200" lvl="1" indent="0">
              <a:buNone/>
            </a:pPr>
            <a:endParaRPr lang="fr-FR" sz="2400" dirty="0"/>
          </a:p>
          <a:p>
            <a:r>
              <a:rPr lang="fr-FR" sz="2400" b="1" dirty="0"/>
              <a:t>Lighthouse pour le </a:t>
            </a:r>
            <a:r>
              <a:rPr lang="fr-FR" sz="2400" b="1" dirty="0" err="1"/>
              <a:t>frontend</a:t>
            </a:r>
            <a:endParaRPr lang="fr-FR" sz="2400" dirty="0"/>
          </a:p>
          <a:p>
            <a:pPr lvl="1"/>
            <a:r>
              <a:rPr lang="fr-FR" sz="2400" dirty="0"/>
              <a:t>Analyse des performances, de l’accessibilité et du SEO</a:t>
            </a:r>
          </a:p>
          <a:p>
            <a:pPr lvl="1"/>
            <a:r>
              <a:rPr lang="fr-FR" sz="2400" dirty="0"/>
              <a:t>Évaluation du comportement du site côté navigateur</a:t>
            </a:r>
          </a:p>
          <a:p>
            <a:pPr marL="0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comme co-pilote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L’IA a été utilisée comme outil d’assistance pour :</a:t>
            </a:r>
            <a:endParaRPr lang="fr-FR" dirty="0"/>
          </a:p>
          <a:p>
            <a:r>
              <a:rPr lang="fr-FR" sz="2800" dirty="0"/>
              <a:t>Clarifier certains concepts techniques.</a:t>
            </a:r>
          </a:p>
          <a:p>
            <a:r>
              <a:rPr lang="fr-FR" sz="2800" dirty="0"/>
              <a:t>Structurer l’architecture et la documentation.</a:t>
            </a:r>
          </a:p>
          <a:p>
            <a:r>
              <a:rPr lang="fr-FR" sz="2800" dirty="0" smtClean="0"/>
              <a:t>Générer et adapter les scripts de déploiement.</a:t>
            </a:r>
          </a:p>
          <a:p>
            <a:r>
              <a:rPr lang="fr-FR" sz="2800" dirty="0" smtClean="0"/>
              <a:t>Analyser </a:t>
            </a:r>
            <a:r>
              <a:rPr lang="fr-FR" sz="2800" dirty="0"/>
              <a:t>les erreurs de code et faciliter le débogage</a:t>
            </a:r>
            <a:r>
              <a:rPr lang="fr-FR" sz="2800" dirty="0" smtClean="0"/>
              <a:t>.</a:t>
            </a:r>
            <a:endParaRPr lang="fr-FR" sz="2800" dirty="0"/>
          </a:p>
          <a:p>
            <a:r>
              <a:rPr lang="fr-FR" sz="2800" dirty="0"/>
              <a:t>Création requête SQL pour initialisation de la base de donne</a:t>
            </a:r>
          </a:p>
          <a:p>
            <a:endParaRPr lang="fr-FR" sz="2800" u="sng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427" y="2731235"/>
            <a:ext cx="8229600" cy="11430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5811</TotalTime>
  <Words>474</Words>
  <Application>Microsoft Office PowerPoint</Application>
  <PresentationFormat>Presentazione su schermo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DataShare</vt:lpstr>
      <vt:lpstr>Contexte fonctionnel</vt:lpstr>
      <vt:lpstr>Objectifs</vt:lpstr>
      <vt:lpstr>Architecture</vt:lpstr>
      <vt:lpstr>Choix technologiques</vt:lpstr>
      <vt:lpstr>Justification des choix</vt:lpstr>
      <vt:lpstr>Outils utilisés</vt:lpstr>
      <vt:lpstr>Modèle de données</vt:lpstr>
      <vt:lpstr>Flux de données</vt:lpstr>
      <vt:lpstr>Sécurité</vt:lpstr>
      <vt:lpstr>Démonstration</vt:lpstr>
      <vt:lpstr>Documentation API (Swagger)</vt:lpstr>
      <vt:lpstr>Qualité &amp; tests</vt:lpstr>
      <vt:lpstr>Performance</vt:lpstr>
      <vt:lpstr>IA comme co-pilote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DataShare</dc:title>
  <dc:subject/>
  <dc:creator/>
  <cp:keywords/>
  <dc:description>generated using python-pptx</dc:description>
  <cp:lastModifiedBy>user</cp:lastModifiedBy>
  <cp:revision>26</cp:revision>
  <dcterms:created xsi:type="dcterms:W3CDTF">2013-01-27T09:14:16Z</dcterms:created>
  <dcterms:modified xsi:type="dcterms:W3CDTF">2026-05-02T19:04:59Z</dcterms:modified>
  <cp:category/>
</cp:coreProperties>
</file>