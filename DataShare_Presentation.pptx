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2" r:id="rId9"/>
    <p:sldId id="261" r:id="rId10"/>
    <p:sldId id="263" r:id="rId11"/>
    <p:sldId id="264" r:id="rId12"/>
    <p:sldId id="265" r:id="rId13"/>
    <p:sldId id="266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38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swagger-ui/index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943069"/>
            <a:ext cx="7772400" cy="1470025"/>
          </a:xfrm>
        </p:spPr>
        <p:txBody>
          <a:bodyPr/>
          <a:lstStyle/>
          <a:p>
            <a:r>
              <a:rPr dirty="0" err="1" smtClean="0"/>
              <a:t>DataShare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16959"/>
            <a:ext cx="6400800" cy="1752600"/>
          </a:xfrm>
        </p:spPr>
        <p:txBody>
          <a:bodyPr/>
          <a:lstStyle/>
          <a:p>
            <a:r>
              <a:rPr dirty="0" err="1" smtClean="0">
                <a:solidFill>
                  <a:schemeClr val="tx1"/>
                </a:solidFill>
              </a:rPr>
              <a:t>Plateforme</a:t>
            </a:r>
            <a:r>
              <a:rPr dirty="0" smtClean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de </a:t>
            </a:r>
            <a:r>
              <a:rPr dirty="0" err="1">
                <a:solidFill>
                  <a:schemeClr val="tx1"/>
                </a:solidFill>
              </a:rPr>
              <a:t>partage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fichiers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 smtClean="0">
                <a:solidFill>
                  <a:schemeClr val="tx1"/>
                </a:solidFill>
              </a:rPr>
              <a:t>sécurisée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métier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Partage</a:t>
            </a:r>
            <a:r>
              <a:rPr dirty="0"/>
              <a:t> de </a:t>
            </a:r>
            <a:r>
              <a:rPr dirty="0" err="1"/>
              <a:t>fichiers</a:t>
            </a:r>
            <a:r>
              <a:rPr dirty="0"/>
              <a:t> </a:t>
            </a:r>
            <a:r>
              <a:rPr dirty="0" err="1"/>
              <a:t>rapide</a:t>
            </a:r>
            <a:r>
              <a:rPr dirty="0"/>
              <a:t> et </a:t>
            </a:r>
            <a:r>
              <a:rPr dirty="0" err="1"/>
              <a:t>sécurisé</a:t>
            </a:r>
            <a:endParaRPr dirty="0"/>
          </a:p>
          <a:p>
            <a:r>
              <a:rPr dirty="0" err="1"/>
              <a:t>Objectif</a:t>
            </a:r>
            <a:r>
              <a:rPr dirty="0"/>
              <a:t> : </a:t>
            </a:r>
            <a:r>
              <a:rPr lang="fr-FR" dirty="0"/>
              <a:t>Permettre aux utilisateurs de </a:t>
            </a:r>
            <a:r>
              <a:rPr lang="fr-FR" dirty="0" err="1" smtClean="0"/>
              <a:t>téléverser</a:t>
            </a:r>
            <a:r>
              <a:rPr lang="fr-FR" dirty="0" smtClean="0"/>
              <a:t> </a:t>
            </a:r>
            <a:r>
              <a:rPr lang="fr-FR" dirty="0"/>
              <a:t>des fichiers et de partager un lien unique avec d’autres personnes afin de les télécharger, sans obligation de connexion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Fonctionnalités MVP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- </a:t>
            </a:r>
            <a:r>
              <a:rPr lang="fr-FR" dirty="0" err="1"/>
              <a:t>Auth</a:t>
            </a:r>
            <a:r>
              <a:rPr lang="fr-FR" dirty="0"/>
              <a:t>: </a:t>
            </a:r>
            <a:r>
              <a:rPr lang="fr-FR" dirty="0" err="1"/>
              <a:t>Register</a:t>
            </a:r>
            <a:r>
              <a:rPr lang="fr-FR" dirty="0"/>
              <a:t>/Login (JWT)</a:t>
            </a:r>
            <a:endParaRPr lang="fr-FR" dirty="0" smtClean="0"/>
          </a:p>
          <a:p>
            <a:r>
              <a:rPr lang="fr-FR" dirty="0" smtClean="0"/>
              <a:t>-</a:t>
            </a:r>
            <a:r>
              <a:rPr dirty="0" smtClean="0"/>
              <a:t>Upload </a:t>
            </a:r>
            <a:r>
              <a:rPr dirty="0" err="1"/>
              <a:t>fichiers</a:t>
            </a:r>
            <a:endParaRPr dirty="0"/>
          </a:p>
          <a:p>
            <a:r>
              <a:rPr dirty="0"/>
              <a:t>- Download via lien</a:t>
            </a:r>
          </a:p>
          <a:p>
            <a:r>
              <a:rPr dirty="0" smtClean="0"/>
              <a:t>- </a:t>
            </a:r>
            <a:r>
              <a:rPr lang="fr-FR" dirty="0"/>
              <a:t>Historique des fichiers </a:t>
            </a:r>
            <a:r>
              <a:rPr lang="fr-FR" dirty="0" err="1"/>
              <a:t>téléversés</a:t>
            </a:r>
            <a:endParaRPr lang="fr-FR" dirty="0"/>
          </a:p>
          <a:p>
            <a:r>
              <a:rPr dirty="0" smtClean="0"/>
              <a:t>- </a:t>
            </a:r>
            <a:r>
              <a:rPr dirty="0"/>
              <a:t>Suppression </a:t>
            </a:r>
            <a:r>
              <a:rPr dirty="0" err="1"/>
              <a:t>fichiers</a:t>
            </a:r>
            <a:endParaRPr dirty="0"/>
          </a:p>
          <a:p>
            <a:r>
              <a:rPr dirty="0"/>
              <a:t>- Expiration (1–7 </a:t>
            </a:r>
            <a:r>
              <a:rPr dirty="0" err="1"/>
              <a:t>jours</a:t>
            </a:r>
            <a:r>
              <a:rPr dirty="0" smtClean="0"/>
              <a:t>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84" y="2032592"/>
            <a:ext cx="8743432" cy="36175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990543"/>
            <a:ext cx="8229600" cy="1143000"/>
          </a:xfrm>
        </p:spPr>
        <p:txBody>
          <a:bodyPr/>
          <a:lstStyle/>
          <a:p>
            <a:r>
              <a:rPr dirty="0" err="1"/>
              <a:t>Choix</a:t>
            </a:r>
            <a:r>
              <a:rPr dirty="0"/>
              <a:t> </a:t>
            </a:r>
            <a:r>
              <a:rPr dirty="0" err="1"/>
              <a:t>technologiques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 err="1"/>
              <a:t>Stack</a:t>
            </a:r>
            <a:r>
              <a:rPr lang="fr-FR" b="1" dirty="0"/>
              <a:t> </a:t>
            </a:r>
            <a:r>
              <a:rPr lang="fr-FR" b="1" dirty="0" err="1"/>
              <a:t>Backend</a:t>
            </a:r>
            <a:endParaRPr lang="fr-FR" dirty="0"/>
          </a:p>
        </p:txBody>
      </p:sp>
      <p:graphicFrame>
        <p:nvGraphicFramePr>
          <p:cNvPr id="8" name="Tabel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073857"/>
              </p:ext>
            </p:extLst>
          </p:nvPr>
        </p:nvGraphicFramePr>
        <p:xfrm>
          <a:off x="457200" y="1397000"/>
          <a:ext cx="8229600" cy="440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Technologie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Justification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0" lang="fr-FR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Langage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Java 17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Robustesse/</a:t>
                      </a:r>
                      <a:r>
                        <a:rPr lang="fr-FR" dirty="0" err="1" smtClean="0"/>
                        <a:t>scalabilité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Framework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Spring</a:t>
                      </a:r>
                      <a:r>
                        <a:rPr lang="fr-FR" dirty="0" smtClean="0"/>
                        <a:t> Boot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MVC + auto-config 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 de données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PostgreSQL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 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Garantit la cohérence des données et supporte les relations complexes 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Authentification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JWT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Permet une authentification 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stateless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scalable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et adaptée aux APIs REST modernes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Tests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k6 </a:t>
                      </a:r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fr-FR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MockMvc</a:t>
                      </a:r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Permet de simuler des utilisateurs et d’analyser les performances des APIs REST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526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60682"/>
            <a:ext cx="7772400" cy="1470025"/>
          </a:xfrm>
        </p:spPr>
        <p:txBody>
          <a:bodyPr/>
          <a:lstStyle/>
          <a:p>
            <a:r>
              <a:rPr lang="fr-FR" b="1" dirty="0" err="1"/>
              <a:t>Stack</a:t>
            </a:r>
            <a:r>
              <a:rPr lang="fr-FR" b="1" dirty="0"/>
              <a:t> </a:t>
            </a:r>
            <a:r>
              <a:rPr lang="fr-FR" b="1" dirty="0" err="1"/>
              <a:t>Frontend</a:t>
            </a:r>
            <a:r>
              <a:rPr lang="fr-FR" b="1" dirty="0"/>
              <a:t> + Outils</a:t>
            </a:r>
            <a:endParaRPr lang="fr-FR" dirty="0"/>
          </a:p>
        </p:txBody>
      </p:sp>
      <p:graphicFrame>
        <p:nvGraphicFramePr>
          <p:cNvPr id="5" name="Tabel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97173"/>
              </p:ext>
            </p:extLst>
          </p:nvPr>
        </p:nvGraphicFramePr>
        <p:xfrm>
          <a:off x="457200" y="1600200"/>
          <a:ext cx="8229600" cy="385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Technologie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Justification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0" lang="fr-FR" sz="1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Langage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TypeScript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Typage statique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Framework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Angular</a:t>
                      </a:r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Architecture des fichier claire et structuré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Lighthouse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Permet de vérifier la performance de site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VS code et </a:t>
                      </a:r>
                      <a:r>
                        <a:rPr lang="fr-FR" dirty="0" err="1" smtClean="0"/>
                        <a:t>EClipse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Outils 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complete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avec 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autocomplétion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debug</a:t>
                      </a:r>
                      <a:r>
                        <a:rPr lang="fr-FR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avancé et support natif Java/</a:t>
                      </a:r>
                      <a:r>
                        <a:rPr lang="fr-FR" sz="180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TypeScript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Jasmine</a:t>
                      </a:r>
                      <a:r>
                        <a:rPr lang="fr-FR" baseline="0" dirty="0" smtClean="0"/>
                        <a:t> et karma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Framework natif </a:t>
                      </a:r>
                      <a:r>
                        <a:rPr lang="fr-FR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Angular</a:t>
                      </a:r>
                      <a:r>
                        <a:rPr lang="fr-FR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CLI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4299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Modèle de données</a:t>
            </a:r>
          </a:p>
        </p:txBody>
      </p:sp>
      <p:pic>
        <p:nvPicPr>
          <p:cNvPr id="4" name="Immagin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" y="1493202"/>
            <a:ext cx="8686799" cy="4962189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Sécurité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rgbClr val="FF0000"/>
                </a:solidFill>
              </a:rPr>
              <a:t>Mesures </a:t>
            </a:r>
            <a:r>
              <a:rPr lang="fr-FR" dirty="0" smtClean="0">
                <a:solidFill>
                  <a:srgbClr val="FF0000"/>
                </a:solidFill>
              </a:rPr>
              <a:t>implémentées:</a:t>
            </a:r>
            <a:endParaRPr lang="fr-FR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fr-FR" sz="2800" dirty="0"/>
              <a:t>• JWT + </a:t>
            </a:r>
            <a:r>
              <a:rPr lang="fr-FR" sz="2800" dirty="0" err="1"/>
              <a:t>Spring</a:t>
            </a:r>
            <a:r>
              <a:rPr lang="fr-FR" sz="2800" dirty="0"/>
              <a:t> Security</a:t>
            </a:r>
          </a:p>
          <a:p>
            <a:pPr marL="0" indent="0">
              <a:buNone/>
            </a:pPr>
            <a:r>
              <a:rPr lang="fr-FR" sz="2800" dirty="0"/>
              <a:t>• </a:t>
            </a:r>
            <a:r>
              <a:rPr lang="fr-FR" sz="2800" dirty="0" err="1"/>
              <a:t>BCrypt</a:t>
            </a:r>
            <a:r>
              <a:rPr lang="fr-FR" sz="2800" dirty="0"/>
              <a:t> hash </a:t>
            </a:r>
            <a:r>
              <a:rPr lang="fr-FR" sz="2800" dirty="0" err="1"/>
              <a:t>passwords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• Validation inputs (anti-injection)</a:t>
            </a:r>
          </a:p>
          <a:p>
            <a:pPr marL="0" indent="0">
              <a:buNone/>
            </a:pPr>
            <a:r>
              <a:rPr lang="fr-FR" sz="2800" dirty="0"/>
              <a:t>• Block extensions (.</a:t>
            </a:r>
            <a:r>
              <a:rPr lang="fr-FR" sz="2800" dirty="0" err="1"/>
              <a:t>exe</a:t>
            </a:r>
            <a:r>
              <a:rPr lang="fr-FR" sz="2800" dirty="0"/>
              <a:t>, .bat, .cmd)</a:t>
            </a:r>
          </a:p>
          <a:p>
            <a:pPr marL="0" indent="0">
              <a:buNone/>
            </a:pPr>
            <a:r>
              <a:rPr lang="fr-FR" sz="2800" dirty="0"/>
              <a:t>• HTTPS + CORS sécurisé</a:t>
            </a:r>
          </a:p>
          <a:p>
            <a:pPr marL="0" indent="0">
              <a:buNone/>
            </a:pPr>
            <a:r>
              <a:rPr lang="fr-FR" sz="2800" dirty="0"/>
              <a:t>• </a:t>
            </a:r>
            <a:r>
              <a:rPr lang="fr-FR" sz="2800" dirty="0" err="1"/>
              <a:t>AuthGuard</a:t>
            </a:r>
            <a:r>
              <a:rPr lang="fr-FR" sz="2800" dirty="0"/>
              <a:t> </a:t>
            </a:r>
            <a:r>
              <a:rPr lang="fr-FR" sz="2800" dirty="0" err="1"/>
              <a:t>frontend</a:t>
            </a:r>
            <a:endParaRPr lang="fr-FR" sz="2800" dirty="0"/>
          </a:p>
          <a:p>
            <a:pPr marL="0" indent="0">
              <a:buNone/>
            </a:pPr>
            <a:r>
              <a:rPr lang="fr-FR" sz="2800" dirty="0"/>
              <a:t>• </a:t>
            </a:r>
            <a:r>
              <a:rPr lang="fr-FR" sz="2800" dirty="0" err="1"/>
              <a:t>Tokens</a:t>
            </a:r>
            <a:r>
              <a:rPr lang="fr-FR" sz="2800" dirty="0"/>
              <a:t> expirants</a:t>
            </a:r>
            <a:endParaRPr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Documentation API (</a:t>
            </a:r>
            <a:r>
              <a:rPr lang="fr-FR" b="1" dirty="0" err="1"/>
              <a:t>Swagger</a:t>
            </a:r>
            <a:r>
              <a:rPr lang="fr-FR" b="1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 smtClean="0"/>
              <a:t>Accessible </a:t>
            </a:r>
            <a:r>
              <a:rPr lang="fr-FR" sz="2400" dirty="0"/>
              <a:t>: </a:t>
            </a:r>
            <a:r>
              <a:rPr lang="fr-FR" sz="2400" dirty="0">
                <a:hlinkClick r:id="rId2"/>
              </a:rPr>
              <a:t>http://</a:t>
            </a:r>
            <a:r>
              <a:rPr lang="fr-FR" sz="2400" dirty="0" smtClean="0">
                <a:hlinkClick r:id="rId2"/>
              </a:rPr>
              <a:t>localhost:8080/swagger-ui/index.html</a:t>
            </a:r>
            <a:endParaRPr lang="fr-FR" sz="2400" dirty="0" smtClean="0"/>
          </a:p>
          <a:p>
            <a:pPr marL="0" indent="0">
              <a:buNone/>
            </a:pPr>
            <a:r>
              <a:rPr lang="fr-FR" sz="2400" b="1" dirty="0" smtClean="0"/>
              <a:t>Authentification</a:t>
            </a:r>
            <a:endParaRPr lang="fr-FR" sz="2400" dirty="0"/>
          </a:p>
          <a:p>
            <a:r>
              <a:rPr lang="fr-FR" sz="2400" dirty="0" smtClean="0"/>
              <a:t>POST </a:t>
            </a:r>
            <a:r>
              <a:rPr lang="fr-FR" sz="2400" dirty="0"/>
              <a:t>/api/</a:t>
            </a:r>
            <a:r>
              <a:rPr lang="fr-FR" sz="2400" dirty="0" err="1"/>
              <a:t>register</a:t>
            </a:r>
            <a:endParaRPr lang="fr-FR" sz="2400" dirty="0"/>
          </a:p>
          <a:p>
            <a:r>
              <a:rPr lang="fr-FR" sz="2400" dirty="0" smtClean="0"/>
              <a:t>POST </a:t>
            </a:r>
            <a:r>
              <a:rPr lang="fr-FR" sz="2400" dirty="0"/>
              <a:t>/api/login</a:t>
            </a:r>
          </a:p>
          <a:p>
            <a:pPr marL="0" indent="0">
              <a:buNone/>
            </a:pPr>
            <a:r>
              <a:rPr lang="fr-FR" sz="2400" b="1" dirty="0"/>
              <a:t>Gestion des fichiers</a:t>
            </a:r>
            <a:endParaRPr lang="fr-FR" sz="2400" dirty="0"/>
          </a:p>
          <a:p>
            <a:r>
              <a:rPr lang="fr-FR" sz="2400" dirty="0"/>
              <a:t>POST /api/files/</a:t>
            </a:r>
            <a:r>
              <a:rPr lang="fr-FR" sz="2400" dirty="0" err="1"/>
              <a:t>upload</a:t>
            </a:r>
            <a:endParaRPr lang="fr-FR" sz="2400" dirty="0"/>
          </a:p>
          <a:p>
            <a:r>
              <a:rPr lang="fr-FR" sz="2400" dirty="0" smtClean="0"/>
              <a:t>GET </a:t>
            </a:r>
            <a:r>
              <a:rPr lang="fr-FR" sz="2400" dirty="0"/>
              <a:t>/api/files/</a:t>
            </a:r>
            <a:r>
              <a:rPr lang="fr-FR" sz="2400" dirty="0" err="1"/>
              <a:t>download</a:t>
            </a:r>
            <a:r>
              <a:rPr lang="fr-FR" sz="2400" dirty="0"/>
              <a:t>/{</a:t>
            </a:r>
            <a:r>
              <a:rPr lang="fr-FR" sz="2400" dirty="0" err="1" smtClean="0"/>
              <a:t>token</a:t>
            </a:r>
            <a:r>
              <a:rPr lang="fr-FR" sz="2400" dirty="0" smtClean="0"/>
              <a:t>}</a:t>
            </a:r>
            <a:endParaRPr lang="fr-FR" sz="2400" dirty="0"/>
          </a:p>
          <a:p>
            <a:r>
              <a:rPr lang="fr-FR" sz="2400" dirty="0" smtClean="0"/>
              <a:t>GET </a:t>
            </a:r>
            <a:r>
              <a:rPr lang="fr-FR" sz="2400" dirty="0"/>
              <a:t>/api/files/</a:t>
            </a:r>
            <a:r>
              <a:rPr lang="fr-FR" sz="2400" dirty="0" err="1"/>
              <a:t>my</a:t>
            </a:r>
            <a:r>
              <a:rPr lang="fr-FR" sz="2400" dirty="0"/>
              <a:t>-files</a:t>
            </a:r>
          </a:p>
          <a:p>
            <a:r>
              <a:rPr lang="fr-FR" sz="2400" dirty="0" smtClean="0"/>
              <a:t>DELETE </a:t>
            </a:r>
            <a:r>
              <a:rPr lang="fr-FR" sz="2400" dirty="0"/>
              <a:t>/api/files/{id}</a:t>
            </a:r>
          </a:p>
          <a:p>
            <a:r>
              <a:rPr lang="fr-FR" sz="2400" dirty="0" smtClean="0"/>
              <a:t>GET </a:t>
            </a:r>
            <a:r>
              <a:rPr lang="fr-FR" sz="2400" dirty="0"/>
              <a:t>/api/files/info/{</a:t>
            </a:r>
            <a:r>
              <a:rPr lang="fr-FR" sz="2400" dirty="0" err="1"/>
              <a:t>token</a:t>
            </a:r>
            <a:r>
              <a:rPr lang="fr-FR" sz="2400" dirty="0"/>
              <a:t>}</a:t>
            </a:r>
          </a:p>
          <a:p>
            <a:pPr marL="0" indent="0"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0991"/>
            <a:ext cx="8229600" cy="1143000"/>
          </a:xfrm>
        </p:spPr>
        <p:txBody>
          <a:bodyPr/>
          <a:lstStyle/>
          <a:p>
            <a:r>
              <a:t>Qualité &amp;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01504"/>
            <a:ext cx="8229600" cy="4324659"/>
          </a:xfrm>
        </p:spPr>
        <p:txBody>
          <a:bodyPr/>
          <a:lstStyle/>
          <a:p>
            <a:pPr marL="0" indent="0">
              <a:buNone/>
            </a:pPr>
            <a:r>
              <a:rPr lang="fr-FR" dirty="0" smtClean="0"/>
              <a:t>Réalisation 3 type de tests:</a:t>
            </a:r>
          </a:p>
          <a:p>
            <a:r>
              <a:rPr lang="fr-FR" sz="2800" dirty="0" smtClean="0"/>
              <a:t>Test unitaire </a:t>
            </a:r>
            <a:r>
              <a:rPr lang="fr-FR" sz="2800" dirty="0"/>
              <a:t>vérification des composants </a:t>
            </a:r>
            <a:endParaRPr lang="fr-FR" sz="2800" dirty="0" smtClean="0"/>
          </a:p>
          <a:p>
            <a:r>
              <a:rPr lang="fr-FR" sz="2800" dirty="0" smtClean="0"/>
              <a:t>Test </a:t>
            </a:r>
            <a:r>
              <a:rPr lang="fr-FR" sz="2800" dirty="0" err="1" smtClean="0"/>
              <a:t>integration</a:t>
            </a:r>
            <a:r>
              <a:rPr lang="fr-FR" sz="2800" dirty="0" smtClean="0"/>
              <a:t> </a:t>
            </a:r>
            <a:r>
              <a:rPr lang="fr-FR" sz="2800" dirty="0"/>
              <a:t>validation des </a:t>
            </a:r>
            <a:r>
              <a:rPr lang="fr-FR" sz="2800" dirty="0" err="1"/>
              <a:t>endpoints</a:t>
            </a:r>
            <a:r>
              <a:rPr lang="fr-FR" sz="2800" dirty="0"/>
              <a:t> REST </a:t>
            </a:r>
            <a:endParaRPr sz="2800" dirty="0"/>
          </a:p>
          <a:p>
            <a:r>
              <a:rPr lang="fr-FR" sz="2800" dirty="0" smtClean="0"/>
              <a:t>Test E3E pour simulé le </a:t>
            </a:r>
            <a:r>
              <a:rPr lang="fr-FR" sz="2800" dirty="0"/>
              <a:t>parcours utilisateur </a:t>
            </a:r>
            <a:r>
              <a:rPr lang="fr-FR" sz="2800" dirty="0" err="1" smtClean="0"/>
              <a:t>complete</a:t>
            </a:r>
            <a:endParaRPr lang="fr-FR" sz="2800" dirty="0" smtClean="0"/>
          </a:p>
          <a:p>
            <a:r>
              <a:rPr sz="2800" dirty="0" smtClean="0"/>
              <a:t>Coverage </a:t>
            </a:r>
            <a:r>
              <a:rPr sz="2800" dirty="0"/>
              <a:t>backend &amp; </a:t>
            </a:r>
            <a:r>
              <a:rPr sz="2800" dirty="0" smtClean="0"/>
              <a:t>frontend</a:t>
            </a:r>
            <a:r>
              <a:rPr lang="fr-FR" sz="2800" dirty="0"/>
              <a:t>:</a:t>
            </a:r>
            <a:endParaRPr lang="fr-FR" sz="3600" dirty="0" smtClean="0"/>
          </a:p>
          <a:p>
            <a:pPr lvl="1"/>
            <a:r>
              <a:rPr lang="fr-FR" sz="2400" dirty="0" err="1"/>
              <a:t>Frontend</a:t>
            </a:r>
            <a:r>
              <a:rPr lang="fr-FR" sz="2400" dirty="0"/>
              <a:t> : </a:t>
            </a:r>
            <a:r>
              <a:rPr lang="fr-FR" sz="2400" dirty="0" smtClean="0"/>
              <a:t>75</a:t>
            </a:r>
            <a:r>
              <a:rPr lang="fr-FR" sz="2400" dirty="0"/>
              <a:t>% de couverture</a:t>
            </a:r>
          </a:p>
          <a:p>
            <a:pPr lvl="1"/>
            <a:r>
              <a:rPr lang="fr-FR" sz="2400" dirty="0" err="1"/>
              <a:t>Backend</a:t>
            </a:r>
            <a:r>
              <a:rPr lang="fr-FR" sz="2400" dirty="0"/>
              <a:t> : </a:t>
            </a:r>
            <a:r>
              <a:rPr lang="fr-FR" sz="2400" dirty="0" smtClean="0"/>
              <a:t> 85</a:t>
            </a:r>
            <a:r>
              <a:rPr lang="fr-FR" sz="2400" dirty="0"/>
              <a:t>% global (78% code métier)</a:t>
            </a:r>
          </a:p>
          <a:p>
            <a:pPr marL="457200" lvl="1" indent="0">
              <a:buNone/>
            </a:pPr>
            <a:endParaRPr lang="fr-FR" sz="2000" dirty="0" smtClean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/>
              <a:t>Outils de </a:t>
            </a:r>
            <a:r>
              <a:rPr lang="fr-FR" sz="2800" dirty="0" smtClean="0"/>
              <a:t>performance:</a:t>
            </a:r>
          </a:p>
          <a:p>
            <a:r>
              <a:rPr lang="fr-FR" sz="2400" b="1" dirty="0"/>
              <a:t>k6 pour le </a:t>
            </a:r>
            <a:r>
              <a:rPr lang="fr-FR" sz="2400" b="1" dirty="0" err="1"/>
              <a:t>backend</a:t>
            </a:r>
            <a:endParaRPr lang="fr-FR" sz="2400" dirty="0"/>
          </a:p>
          <a:p>
            <a:pPr lvl="1"/>
            <a:r>
              <a:rPr lang="fr-FR" sz="2400" dirty="0"/>
              <a:t>Simulation de charge sur les </a:t>
            </a:r>
            <a:r>
              <a:rPr lang="fr-FR" sz="2400" dirty="0" err="1"/>
              <a:t>endpoints</a:t>
            </a:r>
            <a:r>
              <a:rPr lang="fr-FR" sz="2400" dirty="0"/>
              <a:t> principaux</a:t>
            </a:r>
          </a:p>
          <a:p>
            <a:pPr lvl="1"/>
            <a:r>
              <a:rPr lang="fr-FR" sz="2400" dirty="0"/>
              <a:t>Tests réalisés avec 30 à 50 utilisateurs </a:t>
            </a:r>
            <a:r>
              <a:rPr lang="fr-FR" sz="2400" dirty="0" smtClean="0"/>
              <a:t>simultanés</a:t>
            </a:r>
          </a:p>
          <a:p>
            <a:pPr marL="457200" lvl="1" indent="0">
              <a:buNone/>
            </a:pPr>
            <a:endParaRPr lang="fr-FR" sz="2400" dirty="0"/>
          </a:p>
          <a:p>
            <a:r>
              <a:rPr lang="fr-FR" sz="2400" b="1" dirty="0"/>
              <a:t>Lighthouse pour le </a:t>
            </a:r>
            <a:r>
              <a:rPr lang="fr-FR" sz="2400" b="1" dirty="0" err="1"/>
              <a:t>frontend</a:t>
            </a:r>
            <a:endParaRPr lang="fr-FR" sz="2400" dirty="0"/>
          </a:p>
          <a:p>
            <a:pPr lvl="1"/>
            <a:r>
              <a:rPr lang="fr-FR" sz="2400" dirty="0"/>
              <a:t>Analyse des performances, de l’accessibilité et du SEO</a:t>
            </a:r>
          </a:p>
          <a:p>
            <a:pPr lvl="1"/>
            <a:r>
              <a:rPr lang="fr-FR" sz="2400" dirty="0"/>
              <a:t>Évaluation du comportement du site côté navigateur</a:t>
            </a:r>
          </a:p>
          <a:p>
            <a:pPr marL="0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comme co-pilote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L’IA a été utilisée comme outil d’assistance pour :</a:t>
            </a:r>
            <a:endParaRPr lang="fr-FR" dirty="0"/>
          </a:p>
          <a:p>
            <a:r>
              <a:rPr lang="fr-FR" sz="2800" dirty="0"/>
              <a:t>Clarifier certains concepts techniques.</a:t>
            </a:r>
          </a:p>
          <a:p>
            <a:r>
              <a:rPr lang="fr-FR" sz="2800" dirty="0"/>
              <a:t>Structurer l’architecture et la documentation.</a:t>
            </a:r>
          </a:p>
          <a:p>
            <a:r>
              <a:rPr lang="fr-FR" sz="2800" dirty="0"/>
              <a:t>Générer et adapter les scripts de déploiement.</a:t>
            </a:r>
          </a:p>
          <a:p>
            <a:r>
              <a:rPr lang="fr-FR" sz="2800" dirty="0"/>
              <a:t>Analyser les erreurs de code et faciliter le débogage.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427" y="2731235"/>
            <a:ext cx="8229600" cy="1143000"/>
          </a:xfrm>
        </p:spPr>
        <p:txBody>
          <a:bodyPr/>
          <a:lstStyle/>
          <a:p>
            <a:r>
              <a:rPr dirty="0"/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4653</TotalTime>
  <Words>412</Words>
  <Application>Microsoft Office PowerPoint</Application>
  <PresentationFormat>Presentazione su schermo (4:3)</PresentationFormat>
  <Paragraphs>97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DataShare</vt:lpstr>
      <vt:lpstr>Contexte métier</vt:lpstr>
      <vt:lpstr>Fonctionnalités MVP</vt:lpstr>
      <vt:lpstr>Architecture</vt:lpstr>
      <vt:lpstr>Choix technologiques</vt:lpstr>
      <vt:lpstr>Stack Backend</vt:lpstr>
      <vt:lpstr>Stack Frontend + Outils</vt:lpstr>
      <vt:lpstr>Modèle de données</vt:lpstr>
      <vt:lpstr>Sécurité</vt:lpstr>
      <vt:lpstr>Documentation API (Swagger)</vt:lpstr>
      <vt:lpstr>Qualité &amp; tests</vt:lpstr>
      <vt:lpstr>Performance</vt:lpstr>
      <vt:lpstr>IA comme co-pilote</vt:lpstr>
      <vt:lpstr>Conclusion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DataShare</dc:title>
  <dc:subject/>
  <dc:creator/>
  <cp:keywords/>
  <dc:description>generated using python-pptx</dc:description>
  <cp:lastModifiedBy>user</cp:lastModifiedBy>
  <cp:revision>15</cp:revision>
  <dcterms:created xsi:type="dcterms:W3CDTF">2013-01-27T09:14:16Z</dcterms:created>
  <dcterms:modified xsi:type="dcterms:W3CDTF">2026-04-23T21:41:07Z</dcterms:modified>
  <cp:category/>
</cp:coreProperties>
</file>